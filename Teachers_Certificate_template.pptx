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 autoAdjust="0"/>
    <p:restoredTop sz="93741" autoAdjust="0"/>
  </p:normalViewPr>
  <p:slideViewPr>
    <p:cSldViewPr snapToGrid="0">
      <p:cViewPr varScale="1">
        <p:scale>
          <a:sx n="62" d="100"/>
          <a:sy n="62" d="100"/>
        </p:scale>
        <p:origin x="84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8C380-0358-701C-ADFC-D3EF52F64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32B68-0C70-36FE-A700-F404B41FF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C45D1-AD75-9F3C-B4EC-876AE0759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DD35E-8E51-1E40-2883-C6D522ED6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7F7BC-F4ED-86FC-C603-28317BCCF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1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F0D6C-25D7-5895-F189-CC980D359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667DE-954B-C610-0AC4-1DE338F45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76E81-4A9A-2352-10D7-B66505EEE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ACFB1-8C12-3DCA-43A7-6A2E63A83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A4B18-11EC-2F84-4020-CEBAA746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6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A507-36DE-23F5-8344-31D1DE94B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8CE27-058C-5FA9-F6EE-13DBCEAA2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0A90F-A6A2-83A8-251C-74EBE411C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7EBAC-A372-D266-9626-9ECA3EB4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085B1-F10F-E53F-CEEC-C22A6C917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40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7B301-0769-CDD9-3097-3FB67A56C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5ABE1-B7AB-5B96-4449-603855D3AC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43B25-5508-FAC8-A1FB-39DE4F2B1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DC28C-FBB5-6E83-6C53-5580A8F22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FFA89-D9BE-F62A-AF4D-7C7C4357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9793F-6536-8F1F-DB21-16A51D736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926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3238E-31BD-3CBD-C910-8F923A289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854FD-B597-1527-8104-3419F48D3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19BEAD-B841-89D0-DC88-E83BCDCFF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BA7AE7-4B7A-D580-F661-4A347A1BAB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04C7D8-5AEE-D32F-B118-E5F90F9CE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A4DAF-4A2D-D44A-E751-40C1D820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1E4B6E-4EA8-92D4-CDD8-3DF5B8B4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0354A5-EDE1-BA7B-0B7D-96B598B9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57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4D7C8-93FE-C3DA-C136-E523EBD4E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8386E-07C0-F79F-02D4-96390ED3A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6BE0B-5CA2-BED0-F200-E940F80CC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C4B3B-ECD3-38E6-1B96-F6D65461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880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12BA9-1DA2-114D-8E9A-994591BBA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125812-A334-27B0-FC2B-4AF9CF5C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A1806-E841-D83F-25CB-2120CCFC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155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5235F-E952-26BF-B197-A26A05B97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9292A-0C4A-7F50-01E8-992E027FB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CD8D4-61E8-55AD-76DA-4609D2811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1ED80-B607-2993-E4A6-6B74BCC78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EEEFB-14A4-AC42-96FD-7A58CF41E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DFCE2-4D91-C3D3-51C2-4659DB23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74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80143-32E0-13DA-F211-4FD9C9E36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588EFF-0208-6777-DFE9-680AD4EB7D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2BB91-3103-DE9D-1567-61EB3F6C5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D4A0F-681F-72E7-E6B1-FCF4EB107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EAE3C-61AF-0A93-2AF0-6B8C9E92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E3B24-00C4-0C39-2262-E30AA9FFE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5062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BF452-1AFD-773E-7BD1-5AFA41991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50199-4650-4936-CD5F-553DA4B2E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D416B-A752-01ED-EE58-3999BCC0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527F5-671A-308F-26CB-F43F5BBCB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76FCD-46B1-FEB3-6EB4-F16609C75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3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E9081F-CC2A-2E32-859F-206F0E8D0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A9B33-3BE4-E91F-B5E5-DDE32B599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9ECBA-7698-D515-E215-B8FE919AB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685B9-D8EA-5D9E-F35A-402D6CD50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0988A-C1F9-C4E6-6F06-BD649DE4F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019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8581E3-9008-5A19-C402-F0C456723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6B116-BE0A-86C2-FD2C-C645FE624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08009-7352-2A9E-0E13-BFBF53F21F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36099-C81F-16E1-300D-443DC8543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D274-AC5B-16C0-681E-A496A6257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15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subTitle" idx="1"/>
          </p:nvPr>
        </p:nvSpPr>
        <p:spPr>
          <a:xfrm>
            <a:off x="8990025" y="4895580"/>
            <a:ext cx="1750031" cy="44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dirty="0"/>
              <a:t>{{DATE}}</a:t>
            </a:r>
            <a:endParaRPr dirty="0"/>
          </a:p>
        </p:txBody>
      </p:sp>
      <p:sp>
        <p:nvSpPr>
          <p:cNvPr id="85" name="Google Shape;85;p13"/>
          <p:cNvSpPr txBox="1"/>
          <p:nvPr/>
        </p:nvSpPr>
        <p:spPr>
          <a:xfrm>
            <a:off x="1686674" y="3429000"/>
            <a:ext cx="91440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500" b="1" i="0" u="none" strike="noStrike" cap="none" dirty="0">
                <a:solidFill>
                  <a:srgbClr val="FD243C"/>
                </a:solidFill>
                <a:latin typeface="Comic Sans MS"/>
                <a:ea typeface="Comic Sans MS"/>
                <a:cs typeface="Comic Sans MS"/>
                <a:sym typeface="Comic Sans MS"/>
              </a:rPr>
              <a:t>{{STUDENT}}</a:t>
            </a:r>
            <a:endParaRPr sz="2500" b="1" i="0" u="none" strike="noStrike" cap="none" dirty="0">
              <a:solidFill>
                <a:srgbClr val="FD243C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887284" y="5476362"/>
            <a:ext cx="2285400" cy="4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{{STUDENT_ID}}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Comic Sans MS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Swati Deshmukh</cp:lastModifiedBy>
  <cp:revision>1</cp:revision>
  <dcterms:modified xsi:type="dcterms:W3CDTF">2026-05-24T18:59:34Z</dcterms:modified>
</cp:coreProperties>
</file>