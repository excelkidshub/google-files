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idx="1" type="subTitle"/>
          </p:nvPr>
        </p:nvSpPr>
        <p:spPr>
          <a:xfrm>
            <a:off x="8989885" y="5671336"/>
            <a:ext cx="1750031" cy="441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{{DATE}}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676400" y="4013400"/>
            <a:ext cx="91440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IN" sz="2500" u="none" cap="none" strike="noStrike">
                <a:solidFill>
                  <a:srgbClr val="FD243C"/>
                </a:solidFill>
                <a:latin typeface="Comic Sans MS"/>
                <a:ea typeface="Comic Sans MS"/>
                <a:cs typeface="Comic Sans MS"/>
                <a:sym typeface="Comic Sans MS"/>
              </a:rPr>
              <a:t>{{STUDENT}}</a:t>
            </a:r>
            <a:endParaRPr b="1" i="0" sz="2500" u="none" cap="none" strike="noStrike">
              <a:solidFill>
                <a:srgbClr val="FD243C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990025" y="6236650"/>
            <a:ext cx="22854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{{STUDENT_ID}}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